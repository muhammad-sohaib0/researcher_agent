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443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91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37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33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7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74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18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9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397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55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9987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863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13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086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80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31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97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184" y="1043188"/>
            <a:ext cx="9015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lgerian" panose="04020705040A02060702" pitchFamily="82" charset="0"/>
              </a:rPr>
              <a:t>RAW MATERIAL  AND PRODUCTS  OF PHOTOSYSNTHESIS </a:t>
            </a:r>
            <a:endParaRPr lang="en-US" sz="2400" dirty="0"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3639" y="2472744"/>
            <a:ext cx="40568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RAW MATERIAL INPUTS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dirty="0"/>
              <a:t>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Carbondioxide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(CO2)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 ( H2o)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Sunlight energy </a:t>
            </a:r>
          </a:p>
          <a:p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463639" y="4610637"/>
            <a:ext cx="3503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2) PRODUCTS (OUTPUTS)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Glucose (C6 H12 O6)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Oxygen (O2)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72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614" y="824248"/>
            <a:ext cx="3786389" cy="59242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941" y="927278"/>
            <a:ext cx="4932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1.1)CARBON DIOXIDE :(CO2)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colourless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air ( 0.04%)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Enters leaves through stomata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b="1" dirty="0" smtClean="0"/>
              <a:t>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calvin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cycle to make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gulocose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carbon atom  ‘n’ backbone of glucose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produce carbon as byproduct 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co2,plants cannot make carbohydrate .</a:t>
            </a:r>
          </a:p>
        </p:txBody>
      </p:sp>
    </p:spTree>
    <p:extLst>
      <p:ext uri="{BB962C8B-B14F-4D97-AF65-F5344CB8AC3E}">
        <p14:creationId xmlns:p14="http://schemas.microsoft.com/office/powerpoint/2010/main" val="1832418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854430" y="940157"/>
            <a:ext cx="51471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1.2 )WATER ( H2O)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Taken from soil by roots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Travels to leaves through xylem.</a:t>
            </a:r>
          </a:p>
          <a:p>
            <a:endParaRPr lang="en-US" dirty="0"/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dirty="0" smtClean="0"/>
              <a:t>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Gives hydrogen to build glucose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Release oxygen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whenwater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split during sunlight reaction (photolysis).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electron to start energy reaction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leaf structure (keep cells firm to capture sunlight)</a:t>
            </a:r>
          </a:p>
          <a:p>
            <a:endParaRPr lang="en-US" dirty="0"/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Thus, water support both food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makingand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plant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strenghth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846" y="1227304"/>
            <a:ext cx="3768918" cy="447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3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434" y="0"/>
            <a:ext cx="4775253" cy="6857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670" y="695458"/>
            <a:ext cx="44303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1.3)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ENERGY (SUNLIGHT):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energy source for photosynthesis :</a:t>
            </a:r>
          </a:p>
          <a:p>
            <a:endParaRPr lang="en-US" dirty="0"/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in light dependent reaction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 break water (photolysis)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combine CO2+Hdrogen ‘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n’Glucose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endParaRPr lang="en-US" dirty="0"/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 , without sunlight ,photosynthesis cannot begin 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7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1825" y="721217"/>
            <a:ext cx="4365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2)THE PRODUCT (OUTPUT)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545" y="1584100"/>
            <a:ext cx="46621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2.1) GLUCOSE (C6 H12 O6)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simple sugar molecule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ecarbohydrate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) produce by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photosysnthesis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/>
              <a:t> 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growth ,repair ,and energy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stored as starch in leaves ,stem and roots 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used to make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cellouse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cell walls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Passed to animal and human when they eat plants .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466" y="1240147"/>
            <a:ext cx="4826443" cy="520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4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153" y="875762"/>
            <a:ext cx="46492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2.2) OXYGEN ( O2) :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colourless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orderless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Its essential for Aerobic life.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formed when water split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released through stomata .</a:t>
            </a:r>
          </a:p>
          <a:p>
            <a:r>
              <a:rPr lang="en-US" dirty="0"/>
              <a:t> </a:t>
            </a:r>
            <a:endParaRPr lang="en-US" dirty="0" smtClean="0"/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: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by human and animals to live.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help to keep atmospheric gas balance 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1760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308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Sunrise Computers</dc:creator>
  <cp:lastModifiedBy>DELL</cp:lastModifiedBy>
  <cp:revision>9</cp:revision>
  <dcterms:created xsi:type="dcterms:W3CDTF">2025-12-03T04:09:53Z</dcterms:created>
  <dcterms:modified xsi:type="dcterms:W3CDTF">2025-12-03T14:41:32Z</dcterms:modified>
</cp:coreProperties>
</file>